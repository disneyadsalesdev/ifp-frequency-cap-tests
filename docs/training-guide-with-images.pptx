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Cursor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Definitions, features, MCP &amp; Snowflake — a beginner's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Internal training · RYM / Inventory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Core definitions (prompt, Agent, MCP, Skill, Rule, and more)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How the Cursor window and modes work (Ask, Agent, Plan)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features: chat, @ mentions, Tab, inline edit, Rules, Skills, Hooks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What the Agent can do — and what you always approve yourself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Three team workflows: daily report, IFP forecast, ask for help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MCP from scratch: local servers (IFP) and remote servers (Snowflake)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Step-by-step MCP setup with diagrams (no coding required for daily use)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By the end, you will know what to type on day one and how MCP fits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This Deck Is Organized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Slides cover…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1 — Basics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Cursor is, UI layout, glossary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2 — Features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Modes, @ mentions, Agent tools, Rules &amp; Skills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3 — Team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report, IFP, help prompts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4 — MCP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bridge, build your own, Snowflake connection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5 —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Troubleshooting, cheat sheet, shortcuts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Think of it as a smart assistant inside a code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looks like VS Code (a program for working with project files).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 difference: it has a chat box where you type normal English.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do NOT need to know how to code to use it.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describe what you want. Cursor can: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Run scripts that already exist on your computer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Read and update project files for you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Explain what a script does when you're stuck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stay in control — Cursor asks before changing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Cursor vs a Generic Chatbot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Why use an editor instead of copy-paste?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Generic chat (e.g. web UI)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paste code in and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reads and edits files in your open folder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 run every command yourself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can run terminal steps for you (with approval)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 project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Sees structure, config, and @ mentions you attach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General answers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Team Skills teach IFP / report workflows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Use Cursor?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work, less clicking around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The old way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The Cursor way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IFP portal, fill in every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"Run a forecast for Hulu US, 2 per hour"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a Python script yourself in terminal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"Run @dailypublisherscript.py"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Hunt through files to change a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"Add Disney Plus to targeting"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 a long error message alone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Type: "Why did that fail?"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Cursor does not replace your judgment — it helps you move faster.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Cursor Layout (Wireframe)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idea as VS Code + Chat on the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138160" cy="3977639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600200" cy="2788920"/>
          </a:xfrm>
          <a:prstGeom prst="rect">
            <a:avLst/>
          </a:prstGeom>
          <a:solidFill>
            <a:srgbClr val="E2E8F0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Explorer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Project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051560"/>
            <a:ext cx="384048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Editor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Open file / diff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51560"/>
            <a:ext cx="2468880" cy="2788920"/>
          </a:xfrm>
          <a:prstGeom prst="rect">
            <a:avLst/>
          </a:prstGeom>
          <a:solidFill>
            <a:srgbClr val="EFF6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Chat (Ctrl+I)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Agent · Ask ·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931920"/>
            <a:ext cx="7955279" cy="777240"/>
          </a:xfrm>
          <a:prstGeom prst="rect">
            <a:avLst/>
          </a:prstGeom>
          <a:solidFill>
            <a:srgbClr val="1E293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Terminal (Ctrl+`) — PowerShell, Python, git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6635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Tip: Pin Chat (Ctrl+I). Most daily work is Explorer + Chat, not manual terminal.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It Looks Like in Practice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Illustrations included; replace with your own PNGs in docs\images\ when ready</a:t>
            </a:r>
          </a:p>
        </p:txBody>
      </p:sp>
      <p:pic>
        <p:nvPicPr>
          <p:cNvPr id="4" name="Picture 3" descr="08-cursor-workspace-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38404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Chat + Agent mode (illustration until you add 02-agent-chat.png)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960120"/>
            <a:ext cx="3931920" cy="214884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03-at-mention.png]</a:t>
            </a:r>
            <a:br/>
            <a:r>
              <a:t>Drop PNG in docs\images\ and rebuild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546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@ file picker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7955279" cy="1828800"/>
          </a:xfrm>
          <a:prstGeom prst="rect">
            <a:avLst/>
          </a:prstGeom>
          <a:solidFill>
            <a:srgbClr val="F1F5F9"/>
          </a:solidFill>
          <a:ln>
            <a:solidFill>
              <a:srgbClr val="6474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[Screenshot: 01-open-folder.png]</a:t>
            </a:r>
            <a:br/>
            <a:r>
              <a:t>Drop PNG in docs\images\ and rebuild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File → Open Folder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Cursor Window — 4 Areas to Know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Left sidebar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Your project files and folders — like File Explorer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Center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The file you are viewing or editing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(Ctrl+I)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Where you talk to Cursor — this is the main thing you'll use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 (Ctrl+`)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command window — Cursor can run commands here for you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Most of your time will be in Chat. You rarely need to touch the terminal yourself.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Glossary — Everyday AI Terms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Part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Large language model — the AI that reads and writes text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you type in chat; your instruction in plain language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Files, @ mentions, and project info the AI can see this turn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Side-by-side view: red = removed lines, green = added lines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Chunk of text the model processes; long chats use more context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AI states something wrong confidently — verify numbers &amp; paths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Glossary — Cursor Product Terms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Part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mode that can act: edit files, run commands, call MCP tools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mode that only explains — no file or terminal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Chat mode that drafts a step plan before making larger changes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Composer / Chat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Main AI panel (Ctrl+I) for multi-step tasks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Inline AI autocomplete as you type in the editor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Inline Edit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Select code → Ctrl+K → describe a small local change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Model Context Protocol — standard way to plug external tools into Cursor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SKILL.md file that teaches the Agent a team workflow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.cursor/rules — standing instructions for every chat in a project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Script that runs on Cursor events (save, submit prompt, etc.)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Few Simple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Plain English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 /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folder on your computer with scripts and config files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 file that runs a task automatically (like the daily report)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What you type in chat — your request in normal words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mode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can take action (run things, edit files)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only explains — it won't change anything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Point Cursor at a specific file, e.g. @dailypublisherscript.py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Cursor Features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32688"/>
          <a:ext cx="80467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29183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 for you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chat (Ctrl+I)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scripts, edit config, iterate on errors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mode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Explain code, brainstorm prompts, zero file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Break big tasks into reviewable steps first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@ mentions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Attach files, folders, docs, terminals, or web to your 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Speed up typing in code or config files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 integration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 runs py, PowerShell, git — you approve runs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Named tools in chat (IFP forecast, Snowflake SQL, etc.)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Rules &amp; Skills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Encode team standards and repeatable workflows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Background Agent /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Optional: longer jobs off your laptop (if enabled by IT)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need two things on your computer: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The project folders (ask your team for the path)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Cursor installed (cursor.com)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For IFP forecast work only: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Connect to Hulu VPN first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do NOT need to: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Install Python yourself (Cursor can run it for you)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Memorize file paths or commands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Know how the scripts work internally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Your Two Project Folders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Open one at a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Folder name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all-publishers-daily-report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Builds the daily Excel report and email draft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Runs IFP inventory forecasts and cap 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How to open: File → Open Folder → pick the folder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Tip: Only open the folder you need for today's task.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Whole Process in 5 Steps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This is the flow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1 — Open the right project folder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2 — Press Ctrl+I to open chat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3 — Make sure Agent mode is selected (not Ask)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4 — Type what you want in plain English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Step 5 — Review what Cursor did, then accept or reject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394960"/>
            <a:ext cx="8046720" cy="6400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4864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5803D"/>
                </a:solidFill>
              </a:defRPr>
            </a:pPr>
            <a:r>
              <a:t>That's it. Every workflow below follows these same 5 steps.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Example: Your 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folder: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Press Ctrl+I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Select Agent mode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Type this: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5. Cursor runs the script and tells you what happened.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6. If it edited a file, you'll see a diff — click Accept or Reject.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 vs Ask Mode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Pick the right mode before you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Use when you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 something — run a script, edit a file, fix an error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 something — explain code, answer a question, no changes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DESIGN first — outline steps before Agent executes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Default to Agent for daily work.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Switch to Ask when you only want an explanation: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how dailypublisherscript.py works"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Plan Mode — Think Before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Use Plan when the task touches many files or needs a careful sequence.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Flow: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1. You describe the goal in chat and select Plan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2. Cursor proposes steps (no changes yet)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3. You edit or approve the plan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4. Switch to Agent (or continue) to execute step by step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Good for: refactors, new MCP setup, large config changes.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Skip for: one-line prompts like Run @dailypublisherscript.py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Agent Can Use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Tools are automatic — you stay in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Read / edit project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Search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Run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Call MCP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51560"/>
            <a:ext cx="132588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Use @ context (files, docs)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194560"/>
            <a:ext cx="411480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 approve diffs &amp; commands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Cursor asks before risky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will see prompts to approve terminal commands and file edits.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Never paste passwords, PAT tokens, or API keys into chat — use env vars.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Rules, Skills &amp; Hooks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How teams teach Cursor your way of working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Rules (.cursor/rules)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Always-on instructions: naming, security, review steps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Skills (SKILL.md)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Playbooks the Agent reads when a task matches (e.g. IFP cap tests)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Hooks (hooks.json)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Automation on events — format on save, lint before commit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 Rules (Settings)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Personal preferences across all projects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5803D"/>
                </a:solidFill>
              </a:defRPr>
            </a:pPr>
            <a:r>
              <a:t>Most beginners only need Skills already in the repo — no setup required.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@ Mentions — More Than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80467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 @…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Use when…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Point at dailypublisherscript.py or config/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Code selection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Attach highlighted lines from the editor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Pull in indexed documentation (if enabled)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Terminals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Share last command output — great for "why did this fail?"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Let Agent fetch a public URL (policy permitting)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@ Symbol — Point Cursor at a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@ in chat, then start typing a filename.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shows a list — pick the file you mean.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Why this helps: Cursor knows exactly which file to use.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Examples: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Update @config/base-request.json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@dailypublisherscript.py step by step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Workflows — Pick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today's daily report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1 — Daily Report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an IFP forecast or cap test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2 — IFP Forecast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a question or change a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Workflow 3 — Ask for Help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The next slides walk through each one step by step.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1: Daily Publishers Report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downloads today's MicroStrategy files from Outlook,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updates your Excel template, and opens an email draft for you to review.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It does NOT send the email automatically — you review and click Send.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Folder to open: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 one prompt to use: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1: What Happens 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0 — Find today's MSTR email in Outlook and download the Excel attachments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1 — Copy daily data into the master Excel template (~20K rows)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2 — Copy quarterly data into the template (~170K rows)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3 — Refresh pivot tables and formulas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4 — Build summary tables and open an Outlook email draft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review the draft, make any edits, then send it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1: What You Need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Before running the daily report, check: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Outlook is open (or can be opened)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Today's MicroStrategy email has arrived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The master Excel template is on your machine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If something fails, tell Cursor the error message: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"The MSTR email wasn't found — what should I check?"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Manual backup (if chat isn't working):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2336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cd C:\Users\syeda012\projects\all-publishers-daily-report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 dailypublisherscript.py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2: IFP Forecast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calls the IFP inventory forecast API and returns numbers for you.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do NOT need to log into the IFP portal website.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Folder to open: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Before you start: Connect to Hulu VPN.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Describe the forecast in plain English. Include: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Date  • Publisher (Hulu)  • Country (US)  • DMA (optional)  • Frequency cap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2: One Quick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Type something like: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Cursor returns three numbers: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  — total inventory in the pool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Available — inventory still available after the cap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Ratio     — Available ÷ Capacity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Example response: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Capacity: 1,314,840  |  Available: 105,187  |  Ratio: 8.0%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2: Run All Cap Tests at Once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Optional — for testing multiple caps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Instead of one forecast, run every test case in one go.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 chat, type: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Results are saved to output\results.json.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Ask Cursor to summarize: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"Show available and capacity for all scenarios"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Frequency cap examples: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 per 1 DAY  |  1 per 1 HOUR  |  3 per 30 MINUTE  |  4 per 30 DAY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 3: Ask for Help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 script to run — just 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Understand a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"Explain @dailypublisherscript.py step by step"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targeting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"Add Disney Plus to publisher targeting"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Change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"Update dates to July 15–31"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Look up a DMA code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"What's the DMA code for Baton Rouge?"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Fix an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"Why did the last command fail?"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Learn how to do something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"Walk me through running a frequency cap test"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48055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DMA tip: The IFP portal shows names (Baton Rouge). The API uses numbers (716). Ask Cursor to translate.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When Cursor Edits a File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Always review before accepting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Cursor shows you a diff — red = removed, green = added.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choose: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Accept — keep the change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Reject — undo the change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You are always in control. Cursor never auto-commits or auto-sends email.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If you're not sure about a change, click Reject and ask: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"Explain that change before applying it"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MCP?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Model Context Protocol — a bridge between Cursor and external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Definition: MCP is an open standard for connecting AI clients to tools and data.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Simple analogy: MCP is like labeled buttons in chat —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"Run IFP Forecast" or "Run SQL in Snowflake".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An MCP server exposes tools (functions) Cursor can call with your approval.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Examples on our IFP MCP server: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run_forecast — one forecast with a frequency cap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run_cap_test_matrix — run all cap test cases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validate_cap_test_matrix — PASS/FAIL validation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type in plain English. Cursor picks the tool. MCP runs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Vocabulary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— discovers tools and sends requests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Bridge program (local script or hosted service)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One callable action, e.g. run_forecast or run_sql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stdio transport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starts a local process and talks over stdin/stdout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HTTP / SSE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calls a remote URL (Snowflake-managed MCP)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mcp.json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config listing servers, commands, URLs, and env vars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Architecture (Reference Diagram)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Source: generated for training — see modelcontextprotocol.io for spec</a:t>
            </a:r>
          </a:p>
        </p:txBody>
      </p:sp>
      <p:pic>
        <p:nvPicPr>
          <p:cNvPr id="4" name="Picture 3" descr="07-mcp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7772400" cy="518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492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Host → Client → Server · tools, resources, transports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778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For official spec diagrams: modelcontextprotocol.io/docs/learn/architecture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Ways to Connect MCP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Local script vs cloud-hosted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Type A — Local MCP (stdio)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46304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Starts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280160"/>
            <a:ext cx="182880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server.py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Runs on your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173736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Internal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IFP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40AF"/>
                </a:solidFill>
              </a:defRPr>
            </a:pPr>
            <a:r>
              <a:t>Type B — Remote MCP (HTTPS + token)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46304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HTTP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514600"/>
            <a:ext cx="219456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Snowflake MCP URL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Hosted by 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514600"/>
            <a:ext cx="137160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Warehouse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SQL / Cortex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IFP uses Type A (Python on your machine). Snowflake uses Type B (HTTPS + PAT in env vars).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MCP Works —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Type in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 Agent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Picks the right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Small bridge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99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143000"/>
            <a:ext cx="169164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Returns forecast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You ask in chat:  "Run a forecast for Hulu US, 2 per hour"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Cursor Agent decides to use the run_forecast MCP tool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MCP server builds the API request and calls IFP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Results come back to chat — capacity, available, ratio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You never open a terminal or run a script manually.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Without MCP vs With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Without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3716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280160"/>
            <a:ext cx="155448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Runs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82880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Terminal / Script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run-forecasts.ps1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630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80160"/>
            <a:ext cx="164592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40AF"/>
                </a:solidFill>
              </a:defRPr>
            </a:pPr>
            <a:r>
              <a:t>With MCP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13716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You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Ask in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88920"/>
            <a:ext cx="155448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Calls MCP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88920"/>
            <a:ext cx="182880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run_forecast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71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88920"/>
            <a:ext cx="1645920" cy="685800"/>
          </a:xfrm>
          <a:prstGeom prst="rect">
            <a:avLst/>
          </a:prstGeom>
          <a:solidFill>
            <a:srgbClr val="F0FDF4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IFP API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Forecast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Both paths reach the same IFP API. MCP is faster for one-off questions in chat.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Workflow — What You Do as a User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No setup needed if already configured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1 — Connect to Hulu VPN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2 — Open ifp-frequency-cap-tests in Cursor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3 — Press Ctrl+I → Agent mode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4 — Type your request in plain English: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00400"/>
            <a:ext cx="8046720" cy="171907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777240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7/10 Hulu US, Baton Rouge, 2 per hour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Validate all cap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Step 5 — Read the results in chat. Done.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to Set Up an MCP Server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One-time setup — usually done by a team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6012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Create MCP server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Small program with tools — e.g. ifp-mcp-server/server.py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647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92024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Register in mcp.json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Tell Cursor how to start it — ~/.cursor/mcp.json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8036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Restart 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Reload so MCP is picked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850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292608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Ask in chat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e.g. "Run a forecast for Hulu US"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Analogy: mcp.json is like saving a phone number so Cursor knows who to call.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Setup — The Two Pieces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Piece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server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ifp-mcp-server/server.py — exposes tools, calls the IFP API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config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~/.cursor/mcp.json — tells Cursor how to start the 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2860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IFP MCP tools exposed to chat: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run_forecast | run_cap_test_matrix | validate_cap_test_matrix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The server reads config from ifp-frequency-cap-tests: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config/base-request.json and reference/cap-ratio-expectations.json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Setup — mcp.json Example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File location: C:\Users\&lt;you&gt;\.cursor\mcp.json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Add an entry under mcpServers: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046720" cy="32918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"command": "py",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"args": ["C:/.../ifp-mcp-server/server.py"],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"IFP_API_URL": "http://inventory-forecasting-prod-dplus...",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"IFP_TESTS_ROOT": "C:/.../ifp-frequency-cap-tests"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type: stdio — Cursor talks to the server over a local pipe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command + args — how to start the MCP server program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env — paths and settings (no passwords in this file)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After saving: restart Cursor or reload MCP in Settings → MCP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Build a Custom MCP Server (Outline)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For engineers connecting a new API 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Pick a runtime — Python is common (FastMCP / official MCP SDK)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Define tools — each tool = name, description, input schema, handler function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Implement handlers — call your API or DB with env-based credentials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Test locally — run the server script; use MCP inspector or Cursor Settings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Register in ~/.cursor/mcp.json — command, args, env (never commit secrets)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6. Document for users — plain-English prompts that map to each tool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Security: least-privilege creds, validate inputs, no secrets in repo or chat.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8046720" cy="1426464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069079"/>
            <a:ext cx="77724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# Conceptual tool definition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def run_forecast(publisher: str, cap: str) -&gt; str: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"""Call IFP API; return capacity / available / ratio."""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Snowflake MCP (Third-Party Example)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Remote MCP hosted by Snowflake — not a local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Snowflake runs the MCP server in your account — Cursor connects over HTTPS.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Typical tools exposed (depends on how your admin configured the server):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Run SQL against a warehouse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Cortex Search / Analyst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  • Custom UDFs or stored procedures exposed as tools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Auth: Programmatic Access Token (PAT) — treat like a password.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Store PAT and MCP URL in environment variables, not in chat or git.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Docs: docs.snowflake.com → Snowflake Cortex → MCP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Snowflake MCP — Setup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Create PAT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Snowsight → Settings → Programmatic Access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9105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8308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Get MCP URL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account / database / schema / mcp-servers /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5973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Set env vars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SNOWFLAKE_MCP_SERVER_URL, SNOWFLAKE_PAT_TOKEN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28415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39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520439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Register in mcp.json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url + Authorization: Bearer ${...}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9709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658368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Restart Cursor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Settings → MCP → green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Use a role with least privilege — only USAGE on the MCP server and required objects.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Snowflake MCP — mcp.json Pattern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Values come from env vars — never hardcode the PAT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3182112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772400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"Snowflake":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"url": "${SNOWFLAKE_MCP_SERVER_URL}",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"headers": {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"Authorization": "Bearer ${SNOWFLAKE_PAT_TOKEN}"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SNOWFLAKE_MCP_SERVER_URL example shape: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https://&lt;org&gt;-&lt;account&gt;.snowflakecomputing.com/api/v2/databases/.../mcp-servers/&lt;name&gt;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Set vars in Windows User environment or shell profile → restart Cursor.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In chat: "List tables in schema X" or "Run this SELECT …" (if tools allow).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IFP MCP vs Snowflake MCP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IFP (local)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Snowflake (remote)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Who hosts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Your laptop (server.py)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Snowflake account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stdio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HTTPS + Bearer PAT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Inventory forecasts &amp; cap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SQL, Cortex, warehouse data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VPN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Hulu VPN required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Corporate / Snowflake network policy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command + args + IFP_* 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url + PAT env vars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Setup — Cursor Settings UI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Alternative to editing mcp.json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In Cursor: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1. Open Settings (gear icon or Ctrl+,)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2. Search for "MCP"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3. Click "Add new MCP server" or edit mcp.json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4. Save and reload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You should see the server listed as ifp-forecast (shows as user-ifp-forecast in chat).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Status indicators: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Green / ready — connected, tools available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Error — check VPN, Python (py), or file paths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First use may prompt you to authenticate — click Allow and retry.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not listed in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~/.cursor/mcp.json exists and restart Cursor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 shows error on start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Verify py works and server.py path is correct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Tool call fails / network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 to Hulu VPN first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Authentication 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Allow when Cursor asks, then retry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Wrong forecast targeting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 specific in chat: publisher, date, DMA, cap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49039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5803D"/>
                </a:solidFill>
              </a:defRPr>
            </a:pPr>
            <a:r>
              <a:t>Most users never touch MCP setup — just ask for a forecast when VPN is 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Something Goes Wrong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"Python was not found"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Tell Cursor: use py instead of python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Connection / network error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Connect to Hulu VPN (IFP work only)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MSTR email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Outlook — today's MicroStrategy email may not have arrived yet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Cursor changed the wrong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Reject, then be more specific in your prompt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Don't know what to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Copy a prompt from the cheat sheet slide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Portal shows DMA name, API wants number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Ask: "What's the DMA code for [city]?"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Copy-Paste Prompt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3291840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@dailypublisherscript.py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a forecast for [date] Hulu US, [city], [N] per [hour/day]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Run the frequency cap test matrix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What's the DMA code for [city name]?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Explain @dailypublisherscript.py step by step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Why did the last command fail?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Keyboard Shortcuts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Inline edit selection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Ctrl+`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Command Palette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Ctrl+Shift+P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Send message immediately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Ctrl+Enter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Accept Tab suggestion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Security reminders: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Never paste passwords or API keys into chat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Do not share forecast data outside the team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• Review file changes before accepting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Your First 5 Minutes — Try This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Cursor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File → Open Folder → all-publishers-daily-report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Press Ctrl+I → select Agent mode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Type: Explain @dailypublisherscript.py in simple terms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5. Read the answer — no risk, nothing gets changed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When you're ready for real work: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Daily report → Run @dailypublisherscript.py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  • IFP forecast → connect VPN, then describe the forecast you need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You're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Open a folder → Ctrl+I → Agent mode → type what you need</a:t>
            </a:r>
          </a:p>
          <a:p>
            <a:pPr>
              <a:defRPr sz="1800">
                <a:solidFill>
                  <a:srgbClr val="94A3B8"/>
                </a:solidFill>
              </a:defRPr>
            </a:pP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Cursor handles the rest. You review and approve.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