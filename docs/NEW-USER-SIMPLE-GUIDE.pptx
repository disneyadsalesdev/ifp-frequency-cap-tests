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Cursor + IFP — New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Simple setup for Windows and 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Share with new hires · follow slides in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Do I Start?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Pick the section you need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80467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 need to…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Go to slides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Install 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A — Download Cursor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Folders, Python, MCP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B — Day 1 Setup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green, Run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C — Cursor Settings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Agent, Run buttons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D — Chat &amp; Approvals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First practice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E — Startup Prompts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a forecast daily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F — IFP Day to Day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Copy portal targeting (F12)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G — DevTools Lab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Daily MSTR report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H — MSTR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 MSTR emails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I — Mission Control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Something broke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J — Fix It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Day 1 Checklist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Check off before live IFP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A — Install Cursor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B — Folders, Python, mcp.json, MCP green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C — Settings (MCP + Run Mode)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D — Read Agent vs Ask and Run buttons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E — Do startup prompts (Ask then Agent)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F — One test forecast (VPN on)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□ Part H — Only if you own the daily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You do NOT need Node.js for this setup. Python 3.10+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A — Download Cursor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Install Cursor before anything else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A1–A2 — Download Cursor (Windows)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cursor.com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Chrome or Edge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Address bar → type cursor.com → Enter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Click Download → choose Windows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Wait for Downloads\Cursor Setup.exe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A1–A2 — Download Cursor (Mac)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cursor.com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1. Open Safari or Chrome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2. Address bar → type cursor.com → Enter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3. Click Download → choose Mac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4. Wait for Cursor.dmg in Downloads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A3–A5 — Install &amp; First Open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File Explorer → Downloads → double-click Cursor Setup.exe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6. If asked “Allow changes?” → Yes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7. Installer: Next → Install → Finish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8. Start menu → search Cursor → open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9. Sign in (work account if IT requires)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10. Import VS Code settings? → Skip or Continue (either OK)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11. Optional: pin Cursor to taskbar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A3–A5 — Install &amp; First Open (Mac)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Downloads → double-click Cursor.dmg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6. Drag Cursor into Applications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7. Open Applications → Cursor (allow if macOS asks)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8. Sign in (work account if IT requires)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9. Import VS Code settings? → Skip or Continue (either OK)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10. Optional: keep Cursor in Dock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B — Day 1 Setup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One time only · ask a teammate for B4–B7 if stuck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B1 — Check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1. Connect Hulu VPN — confirm it works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2. Open IFP portal (SSO login):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     https://ifp-portal-prod.aor.prod.hulu.com/home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3. Ask trainer for git URLs or two zip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B2–B3 — Folders You Need (Windows)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onsolas"/>
              </a:defRPr>
            </a:pPr>
            <a:r>
              <a:t>C:\Users\YourName\projects\ifp-frequency-cap-tests</a:t>
            </a:r>
          </a:p>
          <a:p>
            <a:pPr>
              <a:defRPr sz="1300">
                <a:solidFill>
                  <a:srgbClr val="1E293B"/>
                </a:solidFill>
                <a:latin typeface="Consolas"/>
              </a:defRPr>
            </a:pPr>
            <a:r>
              <a:t>C:\Users\YourName\projects\ifp-mcp-server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Create projects folder under your user folder if missing.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Git (trainer gives URLs):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cd C:\Users\YourName\projects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git clone https://YOUR-TEAM-URL/ifp-frequency-cap-tests.git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git clone https://YOUR-TEAM-URL/ifp-mcp-server.git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B2–B3 — Folders You Need (Mac)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84124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onsolas"/>
              </a:defRPr>
            </a:pPr>
            <a:r>
              <a:t>/Users/YourName/projects/ifp-frequency-cap-tests</a:t>
            </a:r>
          </a:p>
          <a:p>
            <a:pPr>
              <a:defRPr sz="1300">
                <a:solidFill>
                  <a:srgbClr val="1E293B"/>
                </a:solidFill>
                <a:latin typeface="Consolas"/>
              </a:defRPr>
            </a:pPr>
            <a:r>
              <a:t>/Users/YourName/projects/ifp-mcp-server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Create projects folder under your home folder if missing.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Git (trainer gives URLs):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cd /Users/YourName/projects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git clone https://YOUR-TEAM-URL/ifp-frequency-cap-tests.git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git clone https://YOUR-TEAM-URL/ifp-mcp-server.git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Each Folder Is For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Folder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You use it for…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ifp-frequency-cap-tests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this in Cursor every day for IFP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ifp-mcp-server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server.py — Cursor starts it; you rarely open this folder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B4 — Install Python (Windows)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Required for IFP MCP · Node.js NOT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Browser → python.org/downloads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Click Download Python 3.x (3.10 or newer)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Run the .exe installer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IMPORTANT: check Add python.exe to PATH at the bottom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Click Install Now → Close when done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6. You do NOT need the Python extension in Cursor for MCP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B4 — Python Commands (Windows)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Run in PowerShell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 --version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 -m pip install -r C:\Users\YourName\projects\ifp-mcp-server\requirements.txt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Replace YourName with your Windows username.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If py fails, ask trainer — PATH may not be 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B4 — Install Python (Mac)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Required for IFP MCP · Node.js NOT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Option A — python.org (recommended for new hires):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1. python.org/downloads → Download Python 3.x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2. Open the .pkg installer → Continue → Install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3. Enter Mac password if asked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Option B — Homebrew (if you already use brew):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  brew install python@3.12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Use python3 (not the old system python). No Cursor Python extension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B4 — Python Commands (Mac)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Run in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113385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python3 --version</a:t>
            </a: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293B"/>
                </a:solidFill>
                <a:latin typeface="Consolas"/>
              </a:defRPr>
            </a:pPr>
            <a:r>
              <a:t>python3 -m pip install -r /Users/YourName/projects/ifp-mcp-server/requirements.txt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Replace YourName with your Mac username (whoami in Terminal).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Windows vs Mac — Quick Reference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Same setup, different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80467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Mac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Check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 --version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python3 --version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Install MCP packages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 -m pip install -r …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python3 -m pip install -r …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mcp.json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"command": "py"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"command": "python3"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Projects path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C:/Users/You/projects/…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/Users/You/projects/…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MCP config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C:\Users\You\.cursor\mcp.json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/Users/You/.cursor/mcp.json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Terminal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PowerShell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Terminal (zsh)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B5 — mcp.json (Windows)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Personal file — not in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1. C:\Users\YourName\ → View → Hidden items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2. Open or create folder .cursor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3. Create file mcp.json — paste below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4. Replace every YourName with your Windows username →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8046720" cy="3072384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7772400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"command": "py",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"args": ["C:/Users/YourName/projects/ifp-mcp-server/server.py"],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"IFP_API_URL": "http://inventory-forecasting-prod-dplus.ava.prod.hulu.com/v1/inventory/forecast",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"IFP_SOURCE_HEADER": "RYM Frequency Cap Test",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"IFP_TESTS_ROOT": "C:/Users/YourName/projects/ifp-frequency-cap-tests"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B5 — mcp.json (Mac)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Personal file — not in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1. Finder → Go → Home (or Cmd+Shift+H)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2. Show hidden files: Cmd+Shift+. if needed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3. Open or create folder .cursor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4. Create file mcp.json — paste below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5. Replace YourName with your Mac username →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8046720" cy="3072384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7772400" cy="2935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"ifp-forecast":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"type": "stdio",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"command": "python3",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"args": ["/Users/YourName/projects/ifp-mcp-server/server.py"],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"IFP_API_URL": "http://inventory-forecasting-prod-dplus.ava.prod.hulu.com/v1/inventory/forecast",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"IFP_SOURCE_HEADER": "RYM Frequency Cap Test",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  "IFP_TESTS_ROOT": "/Users/YourName/projects/ifp-frequency-cap-tests"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  }</a:t>
            </a:r>
          </a:p>
          <a:p>
            <a:pPr>
              <a:defRPr sz="8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B6–B7 — Reload &amp; Open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1. Cursor: Ctrl+Shift+P (Mac: Cmd+Shift+P) → Reload Window → Enter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2. File → Open Folder → ifp-frequency-cap-tests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3. Sidebar should show config, docs, reference, scripts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4. Part C → Settings → MCP → ifp-forecast must be GREEN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C — Cursor Settings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MCP green + Run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C1–C2 — Open Settings &amp; Check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Open Settings: gear icon bottom-left OR Ctrl+, (Mac: Cmd+,)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Search: MCP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Find ifp-forecast → status must be GREEN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If RED: click logs → ask trainer (wrong path, pip failed, bad JSON)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C3 — Run Mode (New Hires)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Pick a mode that asks before running things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Run 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Allowlist (empty)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Asks before almost every command/MCP action — safest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Auto-review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Some things auto-run after review — fewer popups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everything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 NOT use on day 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After any mcp.json edit: Reload Window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D — Chat &amp; Approvals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Ctrl+I · New Chat · Agent vs Ask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Chat Basics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Runs IFP?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Learning, explaining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 — safe to practice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Forecasts, scripts, edits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Yes — with your approval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Big multi-step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Plan first, then Agent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Ctrl+I (Mac: Cmd+I) → New Chat (+) for each new task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IFP forecast → Agent · “What does this file mean?” → Ask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Run / Skip / Accept Buttons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/ 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OK once — VPN on for IFP; matches what you asked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Skip / Reject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Do not run — ask trainer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 to allowlist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Ask trainer before using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Accept (file edit)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Keep the change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Reject (file edit)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Undo the change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E — Startup Prompts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Open ifp-frequency-cap-tests first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E1 — Ask Mode (No VPN)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2304288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Explain reference/cap-ratio-expectations.json in simple terms.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What is one test case?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What is the DMA code for Baton Rouge? Use reference/dma-codes.json.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Explain config/base-request.json — dates and main targeting only.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Do not change any files.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E2–E3 — Agent (VPN for Forecast)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8046720" cy="2596896"/>
          </a:xfrm>
          <a:prstGeom prst="rect">
            <a:avLst/>
          </a:prstGeom>
          <a:solidFill>
            <a:srgbClr val="F1F5F9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772400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Create practice-notes.md with 4 bullets summarizing caps,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DMA codes, and base-request.json.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(VPN ON)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Use ifp_server_info to show configuration.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Run a forecast for July 8, 2026, Hulu US, Baton Rouge, 2 per hour.</a:t>
            </a:r>
          </a:p>
          <a:p>
            <a:pPr>
              <a:defRPr sz="1100">
                <a:solidFill>
                  <a:srgbClr val="1E293B"/>
                </a:solidFill>
                <a:latin typeface="Consolas"/>
              </a:defRPr>
            </a:pPr>
            <a:r>
              <a:t>Show capacity and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Click Run on MCP approval cards · VPN must be on for forecasts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F — IFP Day to Day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Repeat every forecast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Every Forecast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Hulu VPN 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Open ifp-frequency-cap-tests in Cursor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Ctrl+I → New Chat → Agent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Plain English request with date, city, cap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Run on MCP approval if prompted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Read capacity and available in reply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G — DevTools Lab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When numbers ≠ portal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Copy Portal Request (F12)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1. VPN on → IFP portal → build forecast like the deal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2. F12 → Network → Preserve log → Fetch/XHR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3. Run forecast in portal → click forecast row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4. Copy Request JSON (NOT Response)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5. Paste into config/base-request.json → Save → test Part 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H — MSTR Daily Report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Different job — all-publishers-daily-report folder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Daily Report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1. Wait for MicroStrategy email in Outlook (.xlsx)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2. Open all-publishers-daily-report in Cursor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3. Ctrl+I → New Chat → Agent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4. Type: Run dailypublisherscript.py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5. Review Outlook draft → you click Send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I — Mission Control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Schedule MSTR emails in browser — not Cursor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Mission Control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MicroStrategy Library → find All Publisher Daily Report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Mission Control → Create subscription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Recurrence: Daily · Format: Excel · Delivery: team email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Save → test send → confirm email in Outlook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 J — Fix It</a:t>
            </a:r>
          </a:p>
          <a:p>
            <a:pPr>
              <a:defRPr sz="1300">
                <a:solidFill>
                  <a:srgbClr val="BFDBFE"/>
                </a:solidFill>
              </a:defRPr>
            </a:pPr>
            <a:r>
              <a:t>Common problems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Try this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Forecast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VPN on?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MCP red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mcp.json paths + pip install + Reload Window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Python not found (Win)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 py not python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Python not found (Mac)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 python3 not python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IFP ≠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G — update base-request.json targeting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 MSTR email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Part I — subscription failed or late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2400E"/>
                </a:solidFill>
              </a:defRPr>
            </a:pPr>
            <a:r>
              <a:t>Never paste passwords or tokens in chat.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Mac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Open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Ctrl+I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Cmd+I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Settings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Ctrl+,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Cmd+,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Ctrl+Shift+P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Cmd+Shift+P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IFP folder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...\ifp-frequency-cap-tests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.../ifp-frequency-cap-tests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MCP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C:\Users\You\.cursor\mcp.json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/Users/You/.cursor/mcp.json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