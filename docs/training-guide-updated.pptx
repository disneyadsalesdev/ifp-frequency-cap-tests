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Cursor 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2084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rPr dirty="0"/>
              <a:t>A beginner's guide to using Cursor </a:t>
            </a:r>
            <a:r>
              <a:rPr lang="en-US" dirty="0"/>
              <a:t>in your day-to-day workflows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b="1" dirty="0"/>
              <a:t>What Cursor is</a:t>
            </a:r>
            <a:r>
              <a:rPr lang="en-US" b="1" dirty="0"/>
              <a:t>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b="1" dirty="0"/>
              <a:t>How the Cursor window works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b="1" dirty="0"/>
              <a:t>How to ask Cursor to do something for you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b="1" dirty="0"/>
              <a:t>Three real workflows your team uses: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  1. Daily publishers report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  2. IFP inventory forecast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  3. Ask questions and get help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b="1" dirty="0"/>
              <a:t>What MCP is and how to set it up (optional power feature)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By the end, you will know exactly what to type on day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Cursor?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Think of it as a smart assistant inside a code editor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Cursor looks like VS Code (a program for working with project files).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The difference: it has a chat box where you </a:t>
            </a:r>
            <a:r>
              <a:rPr lang="en-US" dirty="0"/>
              <a:t>can interact with agents and 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You do NOT need to know how to code to use it.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You describe what you want. Cursor can: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 • Run scripts that already exist on your computer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 • Read and update project files for you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 • Explain what a script does when you're stuck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You stay in control — Cursor asks before changing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Use Cursor?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Same work, less clicking around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The old way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The Cursor way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IFP portal, fill in every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Type: "Run a forecast for Hulu US, 2 per hour"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a Python script yourself in terminal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Type: "Run @dailypublisherscript.py"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Hunt through files to change a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Type: "Add Disney Plus to targeting"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Read a long error message alone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Type: "Why did that fail?"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43891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Cursor does not replace your judgment — it helps you move faster.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Cursor Window — 4 Areas to Know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Left sidebar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Your project files and folders — like File Explorer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Center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The file you are viewing or editing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Chat (Ctrl+I)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Where you talk to Cursor — this is the main thing you'll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Terminal (Ctrl+`)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command window — Cursor can run commands here for you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749039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Most of your time will be in Chat. You rarely need to touch the terminal yourself.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 Few Simple Terms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Plain English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Project /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folder on your computer with scripts and config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file that runs a task automatically (like the daily report)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What you type in chat — your request in normal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mode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can take action (run things, edit files)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only explains — it won't change anything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@ mention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Point Cursor at a specific file, e.g. @dailypublisherscript.py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need two things on your computer: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The project folders (ask your team for the path)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Cursor installed (cursor.com)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For IFP forecast work only: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Connect to Hulu VPN first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do NOT need to: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Install Python yourself (Cursor can run it for you)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Memorize file paths or commands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Know how the scripts work internally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Your Two Project Folders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Open one at a 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Folder name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all-publishers-daily-report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Builds the daily Excel report and email draft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ifp-frequency-cap-tests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Runs IFP inventory forecasts and cap tests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5603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How to open: File → Open Folder → pick the folder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Tip: Only open the folder you need for today's task.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Whole Process in 5 Steps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This is the flow every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1 — Open the right project folder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2 — Press Ctrl+I to open chat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3 — Make sure Agent mode is selected (not Ask)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4 — Type what you want in plain English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5 — Review what Cursor did, then accept or reject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394960"/>
            <a:ext cx="8046720" cy="6400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4864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5803D"/>
                </a:solidFill>
              </a:defRPr>
            </a:pPr>
            <a:r>
              <a:t>That's it. Every workflow below follows these same 5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Example: Your First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1. Open folder: all-publishers-daily-report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2. Press Ctrl+I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3. Select Agent mode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4. Type this: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5. Cursor runs the script and tells you what happened.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6. If it edited a file, you'll see a diff — click Accept or Reject.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Agent vs Ask Mode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Pick the right mode before you type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Use when you want to...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 something — run a script, edit a file, fix an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LEARN something — explain code, answer a question, no changes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92608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Default to Agent for daily work.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Switch to Ask when you only want an explanation: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"Explain how dailypublisherscript.py works"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@ Symbol — Point Cursor at a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Type @ in chat, then start typing a filename.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shows a list — pick the file you mean.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Why this helps: Cursor knows exactly which file to use.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Examples: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8046720" cy="1133856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7772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Update @config/base-request.json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@dailypublisherscript.py step by 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Workflows — Pick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 want to...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 today's daily report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Workflow 1 — Daily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an IFP forecast or cap test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Workflow 2 — IFP Forecast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a question or change a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Workflow 3 — Ask for Help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918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The next slides walk through each one step by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 1: Daily Publishers Report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downloads today's MicroStrategy files from Outlook,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updates your Excel template, and opens an email draft for you to review.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It does NOT send the email automatically — you review and click Send.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Folder to open: all-publishers-daily-report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The one prompt to use: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1: What Happens 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0 — Find today's MSTR email in Outlook and download the Excel attachments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1 — Copy daily data into the master Excel template (~20K rows)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2 — Copy quarterly data into the template (~170K rows)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3 — Refresh pivot tables and formulas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4 — Build summary tables and open an Outlook email draft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review the draft, make any edits, then send it yourself.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1: What You Need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Before running the daily report, check: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Outlook is open (or can be opened)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Today's MicroStrategy email has arrived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The master Excel template is on your machine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If something fails, tell Cursor the error message: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"The MSTR email wasn't found — what should I check?"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Manual backup (if chat isn't working):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cd C:\Users\syeda012\projects\all-publishers-daily-report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py dailypublisherscript.py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 2: IFP Forecast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Cursor calls the IFP inventory forecast API and returns numbers for you.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do NOT need to log into the IFP portal website.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Folder to open: ifp-frequency-cap-tests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Before you start: Connect to Hulu VPN.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Describe the forecast in plain English. Include: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Date  • Publisher (Hulu)  • Country (US)  • DMA (optional)  • Frequency cap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2: One Quick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Type something like: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7/10 Hulu US, Baton Rouge, 2 per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Cursor returns three numbers: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Capacity  — total inventory in the pool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Available — inventory still available after the cap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Ratio     — Available ÷ Capacity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Example response: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Capacity: 1,314,840  |  Available: 105,187  |  Ratio: 8.0%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 2: Run All Cap Tests at Once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Optional — for testing multiple caps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Instead of one forecast, run every test case in one go.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 chat, type: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the frequency cap test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Results are saved to output\results.json.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Ask Cursor to summarize: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"Show available and capacity for all scenarios"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Frequency cap examples: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2 per 1 DAY  |  1 per 1 HOUR  |  3 per 30 MINUTE  |  4 per 30 DAY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 3: Ask for Help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No script to run — just ask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 want to...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 this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Understand a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"Explain @dailypublisherscript.py step by step"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Change targeting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"Add Disney Plus to publisher targeting"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Change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"Update dates to July 15–31"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Look up a DMA code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"What's the DMA code for Baton Rouge?"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Fix an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"Why did the last command fail?"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Learn how to do something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"Walk me through running a frequency cap test"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4480559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DMA tip: The IFP portal shows names (Baton Rouge). The API uses numbers (716). Ask Cursor to translate.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When Cursor Edits a File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Always review before accepting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shows you a diff — red = removed, green = added.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choose: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Accept — keep the change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Reject — undo the change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are always in control. Cursor never auto-commits or auto-sends email.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If you're not sure about a change, click Reject and ask: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"Explain that change before applying it"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MCP?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Model Context Protocol — a bridge between Cursor and external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Simple analogy: MCP is like giving Cursor a labeled button that says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"Run IFP Forecast" — instead of running a script yourself.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MCP = a small program that exposes tools Cursor can call from chat.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Examples of tools on our IFP MCP server: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run_forecast — one forecast with a frequency cap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run_cap_test_matrix — run all cap test cases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validate_cap_test_matrix — PASS/FAIL validation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type in plain English. Cursor picks the tool. MCP runs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MCP Works — 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Type in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 Agent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Picks the right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59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MCP Server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Small bridge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IFP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Returns forecast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1. You ask in chat:  "Run a forecast for Hulu US, 2 per hour"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2. Cursor Agent decides to use the run_forecast MCP tool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3. MCP server builds the API request and calls IFP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4. Results come back to chat — capacity, available, ratio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You never open a terminal or run a script manually.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Without MCP vs With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Without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37160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Ask in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630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280160"/>
            <a:ext cx="155448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Runs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182880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Terminal / Script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run-forecasts.ps1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630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80160"/>
            <a:ext cx="164592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IFP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Forecast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40AF"/>
                </a:solidFill>
              </a:defRPr>
            </a:pPr>
            <a:r>
              <a:t>With MCP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137160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Ask in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71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788920"/>
            <a:ext cx="155448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Calls MCP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71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788920"/>
            <a:ext cx="182880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MCP Server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run_forecast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71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88920"/>
            <a:ext cx="164592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IFP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Forecast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9319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Both paths reach the same IFP API. MCP is faster for one-off questions in chat.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Workflow — What You Do as a User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No setup needed if already configured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1 — Connect to Hulu VPN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2 — Open ifp-frequency-cap-tests in Cursor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3 — Press Ctrl+I → Agent mode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4 — Type your request in plain English: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00400"/>
            <a:ext cx="8046720" cy="1719072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91840"/>
            <a:ext cx="777240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7/10 Hulu US, Baton Rouge, 2 per hour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the frequency cap test matrix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Validate all cap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5 — Read the results in chat. Done.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to Set Up an MCP Server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One-time setup — usually done by a team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96012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Create MCP server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Small program with tools — e.g. ifp-mcp-server/server.py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7647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92024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Register in mcp.json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Tell Cursor how to start it — ~/.cursor/mcp.json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24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88036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Restart 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Reload so MCP is picked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85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4048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Ask in chat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e.g. "Run a forecast for Hulu US"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1206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Analogy: mcp.json is like saving a phone number so Cursor knows who to call.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Setup — The Two Pieces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Piece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server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ifp-mcp-server/server.py — exposes tools, calls the IFP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config file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~/.cursor/mcp.json — tells Cursor how to start the server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2860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IFP MCP tools exposed to chat: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run_forecast | run_cap_test_matrix | validate_cap_test_matrix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The server reads config from ifp-frequency-cap-tests: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config/base-request.json and reference/cap-ratio-expectations.json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Setup — mcp.json Example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File location: C:\Users\&lt;you&gt;\.cursor\mcp.json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Add an entry under mcpServers: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138160" cy="3410712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7724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"ifp-forecast":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"type": "stdio",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"command": "py",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"args": ["C:/.../ifp-mcp-server/server.py"],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"env":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 "IFP_API_URL": "http://inventory-forecasting-prod-dplus...",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 "IFP_TESTS_ROOT": "C:/.../ifp-frequency-cap-tests"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8293608" cy="1613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type: </a:t>
            </a:r>
            <a:r>
              <a:rPr dirty="0" err="1"/>
              <a:t>stdio</a:t>
            </a:r>
            <a:r>
              <a:rPr dirty="0"/>
              <a:t> — Cursor talks to the server over a local pipe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command + </a:t>
            </a:r>
            <a:r>
              <a:rPr dirty="0" err="1"/>
              <a:t>args</a:t>
            </a:r>
            <a:r>
              <a:rPr dirty="0"/>
              <a:t> — how to start the MCP server program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env — paths and settings (no passwords in this file)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After saving: restart Cursor or reload MCP in Settings → MCP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Setup — Cursor Settings UI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Alternative to editing mcp.json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In Cursor: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1. Open Settings (gear icon or Ctrl+,)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2. Search for "MCP"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3. Click "Add new MCP server" or edit mcp.json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4. Save and reload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should see the server listed as ifp-forecast (shows as user-ifp-forecast in chat).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Status indicators: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Green / ready — connected, tools available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Error — check VPN, Python (py), or file paths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First use may prompt you to authenticate — click Allow and retry.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Troubleshooting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not listed in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Check ~/.cursor/mcp.json exists and restart Cursor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Server shows error on start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Verify py works and server.py path is correct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Tool call fails / network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Connect to Hulu VPN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Authentication prompt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Allow when Cursor asks, then retry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Wrong forecast targeting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 specific in chat: publisher, date, DMA, cap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749039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5803D"/>
                </a:solidFill>
              </a:defRPr>
            </a:pPr>
            <a:r>
              <a:t>Most users never touch MCP setup — just ask for a forecast when VPN is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When Something Goes Wrong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731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to do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"Python was not found"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Tell Cursor: use py instead of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Connection / network error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Connect to Hulu VPN (IFP work only)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MSTR email 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Check Outlook — today's MicroStrategy email may not have arrived 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changed the wrong file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Reject, then be more specific in your prompt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Don't know what to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Copy a prompt from the cheat sheet slide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Portal shows DMA name, API wants number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Ask: "What's the DMA code for [city]?"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Copy-Paste Prompt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32918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7724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[date] Hulu US, [city], [N] per [hour/day]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the frequency cap test matrix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What's the DMA code for [city name]?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@dailypublisherscript.py step by step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Why did the last command fail?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Keyboard Shortcuts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terminal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Ctrl+`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Send message immediately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Ctrl+Enter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Security reminders: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Never paste passwords or API keys into chat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Do not share forecast data outside the team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Review file changes before accepting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Your First 5 Minutes — Try This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1. Open Cursor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2. File → Open Folder → all-publishers-daily-report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3. Press Ctrl+I → select Agent mode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4. Type: Explain @dailypublisherscript.py in simple terms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5. Read the answer — no risk, nothing gets changed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When you're ready for real work: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Daily report → Run @dailypublisherscript.py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IFP forecast → connect VPN, then describe the forecast you need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You're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Open a folder → Ctrl+I → Agent mode → type what you need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endParaRPr/>
          </a:p>
          <a:p>
            <a:pPr>
              <a:defRPr sz="1800">
                <a:solidFill>
                  <a:srgbClr val="94A3B8"/>
                </a:solidFill>
              </a:defRPr>
            </a:pPr>
            <a:r>
              <a:t>Cursor handles the rest. You review and approve.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2812</Words>
  <Application>Microsoft Office PowerPoint</Application>
  <PresentationFormat>On-screen Show (4:3)</PresentationFormat>
  <Paragraphs>458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Syed, Ahmed</cp:lastModifiedBy>
  <cp:revision>2</cp:revision>
  <dcterms:created xsi:type="dcterms:W3CDTF">2013-01-27T09:14:16Z</dcterms:created>
  <dcterms:modified xsi:type="dcterms:W3CDTF">2026-07-23T17:59:21Z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2026-07-23T17:59:21Z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386b5b9d-f3fd-4bfa-9408-0455708a5e13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10, 3, 0, 1</vt:lpwstr>
  </property>
</Properties>
</file>