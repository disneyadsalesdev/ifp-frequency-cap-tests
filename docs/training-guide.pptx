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Cursor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New hire setup — Parts A through I, then IFP &amp; MCP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Start on slide: WHERE DO I START?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DO I START?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New hires — follow Parts A → I in order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8046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 need to…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Go to slide section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Install Cursor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A — Download Cursor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First-day folders, Python, MCP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B — Day 1 Setup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Settings, MCP green, Run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C — Cursor Settings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vs Ask, New Chat, Run buttons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D — Chat &amp; Approvals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First copy-paste exercises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E — Startup Prompts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IFP forecasts daily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F — IFP Day to Day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Copy targeting from IFP website (F12)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G — DevTools Lab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MSTR email report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H — MSTR Daily Report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 MSTR emails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I — Mission Control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Something broke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 It + Who to Ask (end of deck)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Also read: docs/NEW-USER-SIMPLE-GUIDE.pdf (same Parts A–I, more detail)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Optional slides: GeeksforGeeks overview, MCP deep dive, glossary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Table of Contents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Training deck follows PDF Parts A–I, then reference material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8046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Download Cursor — every click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Day 1 setup — git, Python, mcp.json, open IFP folder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Settings — MCP green, Run Mode, reload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New Chat, Agent/Ask/Plan, model, Run/Skip/Allowlist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Startup prompts — Ask → Agent → VPN forecast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day to day — VPN, New Chat, MCP Run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DevTools — F12 targeting exercise (4 steps)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MSTR daily report script + Outlook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Mission Control — schedule emails (3 steps)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Practice lab, MCP, Snowflake, cheat sheet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Day 1 Checklist (In Order)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Check off before asking for live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A — Install Cursor from cursor.com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B — Clone folders, Python, mcp.json, MCP green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C — Settings: MCP + Run Mode (ask before run)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D — Read Agent, New Chat, Run vs Accept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E — Startup prompts (Ask then Agent)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F — One test forecast (VPN on)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H — Only if you own the daily MSTR email job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I — Only if you schedule or fix MSTR emails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A — Download Cursor (A1–A2)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Do this before anything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A1. Open Chrome or Edge → address bar → type cursor.com → Enter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A2. Click Download → choose Windows (or Mac)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A3. Wait for download (usually Downloads\Cursor Setup.exe)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Do NOT skip sign-in if your team uses work 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A — Install Cursor (A3–A5)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A4. File Explorer → Downloads → double-click Cursor Setup.exe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A5. If Windows asks to allow changes → Yes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A6. Installer: Next → Install → Finish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A7. Start menu → search Cursor → open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A8. Sign in (work account if IT requires)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A9. Import VS Code settings → Skip or Continue (either OK)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A10. Optional: Help → Check for Updates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A11. Optional: right-click taskbar icon → Pin to taskbar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B — Day 1 Setup (B1–B3)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One time — ask a teammate to pair on B4–B7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B1. Confirm Hulu VPN works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B2. Open IFP portal (SSO) — trainer gives URL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B3. Create C:\Users\&lt;you&gt;\projects\ if missing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B4. Clone BOTH folders (trainer gives git URLs):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   • ifp-frequency-cap-tests  ← open this in Cursor daily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   • ifp-mcp-server           ← Cursor starts server.py; rarely open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B — Python &amp; mcp.json (B4–B6)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B5. Install Python 3 → py --version in PowerShell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B6. py -m pip install -r ...\ifp-mcp-server\requirements.txt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B7. File Explorer → C:\Users\&lt;you&gt;\ → show Hidden items → .cursor\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B8. Create mcp.json with ifp-forecast block (trainer template)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   Replace YourName in paths — see complete-ifp-mcp-setup-guide.md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B9. Save mcp.json — never commit secrets to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77639"/>
            <a:ext cx="8046720" cy="318211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069079"/>
            <a:ext cx="7772400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"ifp-forecast":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"command": "py",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"args": ["C:/Users/You/projects/ifp-mcp-server/server.py"],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"env": { "IFP_TESTS_ROOT": "C:/Users/You/projects/ifp-frequency-cap-tests"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B — Reload &amp; Open IFP Folder (B6–B7)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B10. Ctrl+Shift+P → type Reload Window → Enter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B11. File → Open Folder → ifp-frequency-cap-tests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B12. Left sidebar must show config, reference, scripts, docs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B13. Settings → MCP → ifp-forecast must be GREEN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Red MCP? Click logs → wrong path in mcp.json or pip install failed.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C — Open Cursor Settings (C1)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gear icon bottom-left OR press Ctrl+,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Settings panel opens — use search box at top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Search MCP → find ifp-forecast → status GREEN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 RED: open logs → fix mcp.json paths → Reload Window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C — Run Mode (C3)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Settings → Agents → Approvals &amp;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Run Mode name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means for new hires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Allowlist (empty)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asks before almost every command/MCP — safest start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Auto-review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Some actions auto-run after review — fewer popups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everything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 prompts — do NOT use on day 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0632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When Agent runs IFP or terminal, you may see: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Run / Approve = OK once  |  Skip = do not run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Add to allowlist = trust later — ask trainer first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File edits use Accept / Reject — separate from Run button.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C — After mcp.json Changes (C4)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Always: Ctrl+Shift+P → Developer: Reload Window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Other useful settings searches: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Keyboard Shortcuts → Ctrl+I (chat), Ctrl+` (terminal)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Models → use team default unless IT says otherwise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MCP file location: C:\Users\&lt;you&gt;\.cursor\mcp.json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D — Open Chat &amp; New Chat (D1–D2)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D1. Press Ctrl+I → chat panel opens (usually right side)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D2. For EACH new task → click + or New Chat at top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   Why: old messages confuse the Agent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IFP forecast or script → New Chat + Agent mode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Explain a JSON file → New Chat + Ask mode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D — Choose Mode &amp; Model (D3–D4)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Changes files / runs IFP?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Learning, explaining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 — safe for practice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Forecasts, scripts, edits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Yes — with your approval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Big multi-step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Plan first, then Agent executes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718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D4. Model dropdown at top of chat — leave team default unless IT directs.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D — Run, Skip, Allowlist &amp; Diffs (D5)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Button you see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/ Approve (terminal or MCP)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OK this once — IFP needs VPN 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Skip / Reject (command)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 not run — ask trainer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 to allowlist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Trust command/tool later — ask trainer first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Accept (file diff)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Keep the change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Reject (file diff)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Undo the change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E — Startup Prompts (E1 Ask)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Open ifp-frequency-cap-tests first — NO 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New Chat → Ask mode for each: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046720" cy="2889504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772400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reference/cap-ratio-expectations.json in simple terms.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What is one test case?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--- New Chat ---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What is the DMA code for Baton Rouge? Use reference/dma-codes.json.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--- New Chat ---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config/base-request.json — dates and main targeting only.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Do not change any files.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E — Startup Prompts (E2–E3)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Agent + 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E2. New Chat → Agent: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Create practice-notes.md with 4 bullets summarizing caps,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DMA codes, and base-request.json.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Review diff → Accept if OK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E3. VPN ON → New Chat → Agent: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8046720" cy="171907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77724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Use ifp_server_info to show configuration.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(Click Run if MCP approval appears)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July 8, 2026, Hulu US, Baton Rouge, 2 per hour.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Show capacity and 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F — IFP Day to Day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Repeat every forecast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Hulu VPN 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File → Open Folder → ifp-frequency-cap-tests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 → New Chat → Agent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 request: date, Hulu US, city, N per hour/day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Run on MCP approval if prompted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Read capacity and available in reply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337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Cap units: MINUTE, HOUR, DAY only (e.g. 4 per 30 DAY).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City names → API uses numbers — see reference/dma-codes.json.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G — DevTools Lab (G1 Portal Setup)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When portal ≠ API numbers or targeting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Goal: copy exact JSON the portal sends → config/base-request.json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G1. VPN 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G2. Browser → IFP portal home → log in (SSO)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G3. Build forecast in UI exactly like the deal: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   dates, product (note product-id), targeting, DMA, frequency cap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G — Open Developer Tools (G2)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G4. Press F12 (or Ctrl+Shift+I) → DevTools panel opens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G5. Click tab Network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G6. Check Preserve log (keeps requests after navigation)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G7. Filter Fetch/XHR (hide images and CSS)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G — Capture Request JSON (G3)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G8. In portal → click Run forecast / Submit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G9. In Network list → find row with forecast in name or URL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G10. Click that row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G11. Right panel → Payload or Request (NOT Response tab)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G12. Copy the JSON request body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G — Save to base-request.json (G4)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G13. Cursor → open config/base-request.json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G14. Replace contents with copied JSON OR ask Agent to merge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G15. Save file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G16. VPN on → Part F forecast → compare numbers to portal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WARNING: product-id in UI does NOT auto-fill API targeting.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JSON must include full targeting-detail, not product-id alone.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H — MSTR Daily Report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Different job — folder all-publishers-daily-report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Wait for MicroStrategy email in Outlook (.xlsx attachments)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all-publishers-daily-report in Cursor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 → New Chat → Agent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Run dailypublisherscript.py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Run if terminal approval appears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Review Outlook draft → YOU click Send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337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No email? Check Part I Mission Control schedule.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I — Mission Control (I1)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NOT Cursor — browser tool for MSTR schedules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Mission Control = schedule report emails to Outlook (setup once or verify)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Ask manager for MicroStrategy Library + Mission Control URLs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I1. Connect VPN/network per org rules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I2. Open MicroStrategy Library → SSO login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I3. Search All Publisher Daily Report (or team report name)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I4. Open report — confirm it looks correct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I — Create Subscription (I2)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I5. Open Mission Control (Library menu or direct link)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I6. Create subscription / New schedule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I7. Select the report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I8. Recurrence: Daily (before Part H script) or Weekly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I9. Format: Excel (.xlsx) if daily script expects Excel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I10. Delivery: team distribution email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I11. Save → run test → confirm email in Outlook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I — Weekly Checklist (I3)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Each business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MSTR email arrived? → Part H daily script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Mission Control job succeeded? (ask analytics if emails stop)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After IFP deal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G DevTools → Part F test forecast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What Cursor is (like a helper that lives in your project folder)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The words people use (prompt, Agent, MCP — in kid-friendly English)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Where to click and what the screen parts are for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Three jobs our team does: daily report, forecast numbers, ask for help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 practice lab in ifp-frequency-cap-tests (Steps 1–5 on slides)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How to talk to Cursor so it understands you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What MCP is (a way to plug in other tools, like IFP or Snowflake)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When you finish, you will know what to type on your first day.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This Deck Is Organized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Like chapters in a 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talks about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START HERE, install Cursor, Settings, Agent/Run modes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Cursor is, GFG overview, UI layout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Buttons and modes: Ask, Agent, @, and more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practice lab + DevTools targeting + team job recipes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Mission Control, dashboards, weekly MSTR pulls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— connecting extra tools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When things break + copy-paste phrases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Cursor?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 helper inside a program that holds your work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looks like a normal work app for files and folders.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The special part: a chat box where you type like you text a friend.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do NOT need to be a programmer.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say what you want. Cursor can: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Run a job file that already exists (like the daily report)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Open and change settings files for you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Explain something when you are confused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are the boss — Cursor asks before it changes your files.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Cursor AI Overview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Summary adapted from GeeksforGeeks — see link on last bullet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is an AI-powered code editor built on the VS Code platform.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It helps you write, refactor, and understand code faster.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This section uses infographic slides from the GeeksforGeeks tutorial.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Full article: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geeksforgeeks.org/blogs/how-to-use-cursor-ai-with-examples/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Cursor AI?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AI-powered editor · familiar VS Code feel · write, refactor, debug</a:t>
            </a:r>
          </a:p>
        </p:txBody>
      </p:sp>
      <p:pic>
        <p:nvPicPr>
          <p:cNvPr id="4" name="Picture 3" descr="gfg-what-is-cur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813816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Visual reference: GeeksforGeeks Cursor AI guide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Cursor AI? — Talking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AI-powered code editor designed to boost productivity.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Built on Visual Studio Code for a familiar interface.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Simplifies writing, refactoring, and debugging code.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For our team: you can use the same tool for JSON, scripts, and chat — not only app code.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 of Cursor AI</a:t>
            </a:r>
          </a:p>
        </p:txBody>
      </p:sp>
      <p:pic>
        <p:nvPicPr>
          <p:cNvPr id="4" name="Picture 3" descr="gfg-key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813816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Visual reference: GeeksforGeeks Cursor AI guide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Features — Detail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From GeeksforGeeks feature 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AI-powered autocomplete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Suggests functions and variables as you type; press Tab to accept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Code generation with AI chat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Describe what you need; AI writes code blocks you can apply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Codebase queries (@)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about the whole project — e.g. @Codebase or @filename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Collaborative coding assistance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Share context in chat; AI helps merge ideas and fix errors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Inline edit (Ctrl+K)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Select code → describe a change in plain language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/ Composer (Ctrl+I)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Multi-step tasks across files; approve changes as you go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commands inside the editor; AI can suggest command lines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Images in chat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Drop UI mockups; ask for HTML/CSS or layout help (when enabled)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vs Advantages</a:t>
            </a:r>
          </a:p>
        </p:txBody>
      </p:sp>
      <p:pic>
        <p:nvPicPr>
          <p:cNvPr id="4" name="Picture 3" descr="gfg-limitations-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813816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Visual reference: GeeksforGeeks Cursor AI guide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vs Advantages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Limitations (be aware)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Advantages (why we use it)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Some features need stable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Higher productivity with AI-assisted work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Legacy codebases can be harder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Real-time suggestions and error help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Learning curve for advanced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Easier collaboration on shared repos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Beta features may change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Familiar VS Code layout and extensions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Offline use is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Strong @ file / folder context for team configs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Real-Life Applications</a:t>
            </a:r>
          </a:p>
        </p:txBody>
      </p:sp>
      <p:pic>
        <p:nvPicPr>
          <p:cNvPr id="4" name="Picture 3" descr="gfg-real-life-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813816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Visual reference: GeeksforGeeks Cursor AI guide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Real-Life Applications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Map these to our workflows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Our team example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Faster bug fixing with AI 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"Why did the last command fail?" + @Terminals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Accelerating project onboarding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practice lab — explain JSON and config files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Automating repetitive coding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@dailypublisherscript.py or cap test matrix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Streamlined reviews and refactoring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Accept/Reject diffs on config changes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Cursor Interface (GeeksforGeeks)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Code editor (center)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and edit files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 sidebar / chat (right)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Chat, Agent, Composer — suggestions and Q&amp;A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File explorer (left)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Browse project folders and open files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Integrated terminal (bottom)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py, PowerShell, npm, etc.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0632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Shortcuts (check your Cursor version — labels differ in docs):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Chat / Composer: often Ctrl+I (Windows) or Cmd+I (Mac)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Some guides also list Ctrl+L for chat — use Cursor Settings → Keyboard Shortcuts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Inline edit: Ctrl+K  ·  Send message: Ctrl+Enter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Tips &amp; Best Practices (GeeksforGeeks)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Learn a few keyboard shortcuts (chat, inline edit, send).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Write clear prompts — specific beats vague.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Use @ to attach files, folders, docs, or the codebase for better answers.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Try different models in settings if your team allows it.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Read Cursor release notes — features evolve quickly.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Regular Chat vs Cursor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Why not just use a website chatbot?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Regular chat website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 copy and paste files back and forth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It can read files right in your folder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 run every step yourself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It can run steps for you — but you say OK first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It does not see your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It sees your folder and files you point at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General answers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It can follow team playbooks (Skills) for our jobs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Use Cursor?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work — fewer boring clicks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The hard way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The easy way (Cursor)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many boxes on a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Say: "Run a forecast for Hulu US, 2 per hour"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 scary commands in a black window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Say: "Run @dailypublisherscript.py"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Hunt for the right settings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Say: "Add Disney Plus to targeting"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Stare at a long error alone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Say: "Why did that fail?"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the Screen Looks Like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Four main areas — like rooms in one 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138160" cy="3977639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600200" cy="2788920"/>
          </a:xfrm>
          <a:prstGeom prst="rect">
            <a:avLst/>
          </a:prstGeom>
          <a:solidFill>
            <a:srgbClr val="E2E8F0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Explorer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Project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051560"/>
            <a:ext cx="384048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Editor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Open file / diff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51560"/>
            <a:ext cx="2468880" cy="2788920"/>
          </a:xfrm>
          <a:prstGeom prst="rect">
            <a:avLst/>
          </a:prstGeom>
          <a:solidFill>
            <a:srgbClr val="EFF6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Chat (Ctrl+I)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Agent · Ask ·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931920"/>
            <a:ext cx="7955279" cy="777240"/>
          </a:xfrm>
          <a:prstGeom prst="rect">
            <a:avLst/>
          </a:prstGeom>
          <a:solidFill>
            <a:srgbClr val="1E293B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Terminal (Ctrl+`) — PowerShell, Python, git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Four Parts of the Window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Left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Your files — like folders on your desktop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The file you are looking at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 (Ctrl+I)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Where you talk to the helper — use this a lot!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Bottom terminal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text window for commands — Cursor can use it for you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Big Words Made Small — Part 1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AI words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Simple meaning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 /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The brainy text robot that reads and writes with you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YOU type — your question or request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the robot can see right now (files you shared, etc.)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Before/after picture: red = removed, green = added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Tiny pieces of text the robot reads (long chats = more pieces)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When the robot sounds sure but is wrong — double-check numbers!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Big Words Made Small — Part 2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Cursor words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Simple meaning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Helper mode that CAN do things (run jobs, edit files)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Helper mode that only TALKS — no changes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Helper makes a to-do list first, then you say go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The talk box (Ctrl+I)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Ghost text that finishes what you are typing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Ctrl+K edit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Highlight text → ask for a small fix right there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plug-in system so Cursor can use outside tools safely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cheat sheet file that teaches Cursor our team jobs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House rules Cursor should always follow in this project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tiny auto-action when something happens (like on save)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Words You Will Hear Every Day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Simple meaning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One folder on your computer with all the work files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file that runs a job for you (like the daily report)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you type in chat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mode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can take action — with your OK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only explains — safe to play with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@ mention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Tag a file so Cursor knows which one you mean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Cool Things Cursor Can 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32688"/>
          <a:ext cx="80467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Runs jobs and fixes files when you ask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mode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Answers questions — touches nothing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Makes a step list before big changes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@ mentions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Show Cursor exactly which file or folder you mean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Tab 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Helps you type faster in files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 help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Runs commands — you click approve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Extra buttons like "get forecast" or "ask Snowflake"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Rules &amp; Skills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Team instructions so answers match how we work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For the IFP practice lab you need: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Cursor from cursor.com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A clone of the ifp-frequency-cap-tests repo (ask your team for Git access)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Steps 1–4 work with NO VPN (read files + one safe new file).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5 (live forecast) needs Hulu VPN + network access to IFP.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do not need the daily-report repo or MCP for the practice lab.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IFP Practice Lab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as Part E — use if you skipped the opening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1. File → Open Folder → ifp-frequency-cap-tests (project root)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2. Ctrl+I → use Ask for Steps 1–3 (nothing on disk changes)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3. Ctrl+I → Agent for Step 4 (creates practice-notes.md only)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4. Optional Step 5: connect VPN → Agent → one forecast question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Copy exact prompts on the next slide. Match each step to a screenshot on the checklist.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IFP Practice — Copy These Prompts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order; switch mode as labeled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Step 1 — Ask: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@reference/cap-ratio-expectations.json in simple terms.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What is one test case? What are capacity and available?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Step 2 — Ask: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Using @reference/dma-codes.json, what is the DMA code for Baton Rouge?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Step 3 — Ask: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@config/base-request.json: what dates and publishers are configured?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Do not change any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Step 4 — Agent (safe new file):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Create practice-notes.md with 4 bullets summarizing what you learned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from Steps 1–3 about caps, DMA codes, and base-request.json.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Step 5 — Agent (optional; VPN on):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hour.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Show capacity, available, and ratio.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to Screenshot — Instructions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Save as PNG in docs\images\ — exact filenames in next column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80467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Save as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Your screenshot MUST clearly show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00-ifp-open-folder.png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File → Open Folder dialog; ifp-frequency-cap-tests selected; Open button visible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00-ifp-ask-cap-json.png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mode; Step 1 prompt visible; answer about cap-ratio-expectations.json; reference/ folder in left sidebar optional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00-ifp-dma-lookup.png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Step 2 prompt + reply with Baton Rouge DMA numeric code (e.g. 716)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00-ifp-at-mention.png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@ menu open in chat; reference/cap-ratio-expectations.json or dma-codes.json highlighted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00-ifp-agent-notes.png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mode; Step 4 prompt; practice-notes.md appears in file tree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00-ifp-diff-accept.png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Diff for practice-notes.md with Accept and Reject buttons in view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00-ifp-forecast.png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(Optional Step 5) VPN on; forecast prompt; capacity / available / ratio in chat — redact if needed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02-agent-chat.png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 chat; Agent mode pill/button selected; no secrets in window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Screenshot Slots — IFP Practice (1 of 2)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Replace dashed boxes after you capture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977639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00-ifp-open-folder.png]</a:t>
            </a:r>
            <a:br/>
            <a:r>
              <a:t>Drop PNG in docs\images\ and rebuild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79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1: Open Folder → ifp-frequency-cap-tests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914400"/>
            <a:ext cx="3977639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00-ifp-ask-cap-json.png]</a:t>
            </a:r>
            <a:br/>
            <a:r>
              <a:t>Drop PNG in docs\images\ and rebuild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926079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2: Ask + Step 1 +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3977639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00-ifp-dma-lookup.png]</a:t>
            </a:r>
            <a:br/>
            <a:r>
              <a:t>Drop PNG in docs\images\ and rebuild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3: Step 2 DMA lookup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3063240"/>
            <a:ext cx="3977639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00-ifp-at-mention.png]</a:t>
            </a:r>
            <a:br/>
            <a:r>
              <a:t>Drop PNG in docs\images\ and rebuild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07492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4: @ file picker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Screenshot Slots — IFP Practice (2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977639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00-ifp-agent-notes.png]</a:t>
            </a:r>
            <a:br/>
            <a:r>
              <a:t>Drop PNG in docs\images\ and rebuild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79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5: Agent + practice-notes.md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914400"/>
            <a:ext cx="3977639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00-ifp-diff-accept.png]</a:t>
            </a:r>
            <a:br/>
            <a:r>
              <a:t>Drop PNG in docs\images\ and rebuild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926079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6: Accept / Reject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8092440" cy="19659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00-ifp-forecast.png]</a:t>
            </a:r>
            <a:br/>
            <a:r>
              <a:t>Drop PNG in docs\images\ and rebuild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7 (optional): forecast numbers in 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8092440" cy="109728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02-agent-chat.png]</a:t>
            </a:r>
            <a:br/>
            <a:r>
              <a:t>Drop PNG in docs\images\ and rebuild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Slot 8: Agent mode selected (wide)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Screenshot Slots — Team Workflows (Optional)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Only if you run daily report / full IFP jobs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Save as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Must show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04-daily-report-prompt.png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Prompt Run @dailypublisherscript.py + success message in chat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05-forecast-prompt.png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Same as 00-ifp-forecast if you already captured Step 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06-outlook-draft.png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Outlook draft email after daily report script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2148840"/>
            <a:ext cx="8092440" cy="219456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04-daily-report-prompt.png]</a:t>
            </a:r>
            <a:br/>
            <a:r>
              <a:t>Drop PNG in docs\images\ and rebuild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0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Optional: daily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840480" cy="182880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06-outlook-draft.png]</a:t>
            </a:r>
            <a:br/>
            <a:r>
              <a:t>Drop PNG in docs\images\ and rebuild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Optional: Outlook draft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Folders (If You Have Access)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Skip daily-report folder until after IFP practice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Folder name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job it does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all-publishers-daily-report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Makes the daily Excel report and email draft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ifp-frequency-cap-tests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Gets forecast numbers and cap 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Open it: File → Open Folder → pick the folder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Tip: Only open the folder you need today.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Every Time — 5 Easy Steps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recipe every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1 — Open the right project folder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2 — Press Ctrl+I to open chat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3 — Pick Agent mode (when you want something done)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4 — Type what you want in normal words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5 — Look at what it did. Say Accept or Reject.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Try This First — IFP Practice Lab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Open ifp-frequency-cap-tests — prompts on prior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1. Open ifp-frequency-cap-tests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2. Ask → Steps 1–3 (cap JSON, DMA lookup, base-request)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3. Agent → Step 4 → Accept practice-notes.md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4. Optional: VPN on → Step 5 forecast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Daily report team members can also run: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Day-to-Day Tools (Quick Map)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Folder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VPN?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IFP forecast / cap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ifp-frequency-cap-tests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Edit request JSON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config/base-request.json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 test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Daily publishers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all-publishers-daily-report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 (Outlook + MSTR email)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MCP config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C:\Users\&lt;you&gt;\.cursor\mcp.json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MSTR email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Mission Control in browser — Part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 org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Dashboards &amp; Producing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email +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MSTR schedule → Outlook → dailypublisherscript.py → draft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numbers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MCP or run-forecasts.ps1 → output/results.json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Cap PASS/FAIL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validate-results.ps1 or validate_cap_test_matrix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Live dashboard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MSTR Library in browser; export or subscribe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Meeting 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Export + summarize in Cursor; redact sensitive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Three Helper Modes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Pick before you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When to use it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 want something DONE (run a job, fix a file)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 only want to LEARN (no changes — like reading a book)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Big job — make a to-do list first, then do 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Most work days: use Agent.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Use Ask when you are curious: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"Explain @dailypublisherscript.py like I am new"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Plan Mode = Make a List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Use Plan when the job is big or touches many files.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Like planning a school project before you start: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1. Tell Cursor your goal in Plan mode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2. It writes steps — nothing changes yet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3. You fix the list if needed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4. Then Agent does the steps one by one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Skip Plan for tiny jobs like Run @dailypublisherscript.py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the Helper Can Reach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You always get to say yes or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Read / edit project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Search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Run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Call MCP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Use @ context (files, docs)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194560"/>
            <a:ext cx="4114800" cy="685800"/>
          </a:xfrm>
          <a:prstGeom prst="rect">
            <a:avLst/>
          </a:prstGeom>
          <a:solidFill>
            <a:srgbClr val="FFFB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 approve diffs &amp; commands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Cursor asks before risky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Cursor will ask before it runs commands or changes files.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Never type passwords or secret keys in chat.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We Teach Cursor Our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Like…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Classroom rules on the wall — always follow these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recipe card for a specific team job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Automatic habit — e.g. tidy up when you save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Your settings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Your personal preferences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@ Symbol — Point at Stuff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 @…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File /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This is the exact file I mean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Highlighted text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Look at these lines only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Here is the error message — help!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Docs / Web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Read this page (if your team allows it)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@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 @ and start typing a file name.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Pick from the list.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That way Cursor does not grab the wrong file.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Examples: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Update @config/base-request.json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@dailypublisherscript.py step by step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Jobs — Pick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 want to…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Which recipe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Make today's report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 1 — Daily Report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Get forecast numbers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 2 — IFP Forecast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a question or change a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 3 — Ask for Help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Job 1: Daily Report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grabs today's files from email,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fills in the Excel workbook, and opens an email draft.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It does NOT send the email — YOU click Send when it looks right.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Folder: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Magic sentence to type: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Job 1: What Happens Inside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Like an assembly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Find today's data email in Outlook and download attachments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Copy daily rows into the big Excel file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Copy quarterly rows into the same file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Refresh the pivot tables (the summary tables)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Build summaries and open an Outlook draft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read it, fix anything, then send.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Job 1: Check These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Before you start: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Outlook can open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Today's data email already arrived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The master Excel file is on your computer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If it breaks, paste the error into chat: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"The email was not found — what should I check?"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Backup if chat is broken: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cd C:\Users\syeda012\projects\all-publishers-daily-report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 dailypublisherscript.py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Job 2: Forecast Numbers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asks the forecast computer for numbers and shows you the answer.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do NOT need to use the big website portal.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Folder: ifp-frequency-cap-tests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First: turn on Hulu VPN.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Tell it: date, Hulu, US, city (optional), and cap (like 2 per hour).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Job 2: One Quick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 something like: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get three numbers: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Capacity  — how much ads could show in total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Available — how much is left after the cap rule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Ratio     — Available divided by Capacity (like a percent)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Capacity: 1,314,840  |  Available: 105,187  |  Ratio: 8.0%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Job 2: Run ALL the Tests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Optional — many caps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Instead of one question, run every test in the list.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Answers save to output\results.json.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Then ask: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"Show available and capacity for all scenarios"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Cap examples: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 per DAY  |  1 per HOUR  |  3 per 30 MINUTE  |  4 per 30 DAY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Job 3: Just Ask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No special run button — talk normally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 want to…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Say…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Understand 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"Explain @dailypublisherscript.py step by step"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Change who we target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"Add Disney Plus to publisher targeting"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Change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"Update dates to July 15–31"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City name → number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"What's the DMA code for Baton Rouge?"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 a 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"Why did the last command fail?"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Learn the steps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"Walk me through a frequency cap test"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When Cursor Changes a File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Always look before you say 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see red and green — like track changes in Word.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Your choices: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Accept — keep it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Reject — put it back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will not send email or save secrets by itself.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Not sure? Reject and ask: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"Explain that change first"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MCP?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Extra tools Cursor can plug in — like USB for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MCP is a shared language so Cursor can use outside tools safely.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Think of labeled buttons: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"Get forecast" or "Ask Snowflake a question".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 small program (MCP server) offers those buttons.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Our forecast buttons include: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run_forecast — one forecast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run_cap_test_matrix — all tests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validate_cap_test_matrix — check pass/fail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talk normally. Cursor picks the button. The server does the work.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Words — Simple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Simple meaning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— the app you use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server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The go-between program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One job the server can do (like run_forecast)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stdio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 runs on YOUR computer; Cursor talks to it locally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 lives on the internet (like Snowflake)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mcp.json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contact list telling Cursor how to call each server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Ways to Plug In MCP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 your laptop OR on the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Type A — Local MCP (stdio)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46304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Starts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280160"/>
            <a:ext cx="182880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server.py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Runs on your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173736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Internal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IFP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40AF"/>
                </a:solidFill>
              </a:defRPr>
            </a:pPr>
            <a:r>
              <a:t>Type B — Remote MCP (HTTPS + token)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46304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HTTP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651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514600"/>
            <a:ext cx="219456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Snowflake MCP URL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Hosted by Snowflake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514600"/>
            <a:ext cx="137160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Warehouse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SQL / Cortex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MCP Works (Story Version)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Picks the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Go-between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Gets 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You ask: "Run a forecast for Hulu US, 2 per hour"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Cursor picks the right MCP button (run_forecast)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The go-between asks the forecast computer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Numbers come back to chat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did not have to type scary commands yourself.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With MCP vs Without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Without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3716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280160"/>
            <a:ext cx="155448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Runs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18288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Terminal / Script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run-forecasts.ps1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80160"/>
            <a:ext cx="164592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Forecast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40AF"/>
                </a:solidFill>
              </a:defRPr>
            </a:pPr>
            <a:r>
              <a:t>With 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137160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788920"/>
            <a:ext cx="155448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Calls MCP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788920"/>
            <a:ext cx="182880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run_forecast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88920"/>
            <a:ext cx="164592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Forecast data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Using MCP (You)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If someone already set it up, you just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1 — Turn on Hulu VPN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2 — Open ifp-frequency-cap-tests folder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3 — Ctrl+I → Agent mode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4 — Type normal words, for example: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8046720" cy="171907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77724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Validate all cap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5 — Read the results in chat. Done.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Setting Up MCP (Grown-Ups / IT)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One-time — like installing a new app 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96012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Create 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Small program with tools — e.g. ifp-mcp-server/server.py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647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92024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Register in mcp.json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Tell Cursor how to start it — ~/.cursor/mcp.json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8036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Restart 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Reload so MCP is picked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85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4048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Ask in chat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e.g. "Run a forecast for Hulu US"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Has Two Parts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Helper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server.py — does the real work and calls forecast API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Contact list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mcp.json — tells Cursor how to start the helper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Chat buttons: run_forecast | run_cap_test_matrix | validate_cap_test_matrix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It reads settings from this project folder (dates, tests, etc.).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mcp.json Example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Lives in C:\Users\&lt;you&gt;\.cursor\mcp.json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Under mcpServers, add something like: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7724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"ifp-forecast":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"command": "py",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"args": ["C:/.../ifp-mcp-server/server.py"],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"env":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"IFP_API_URL": "http://inventory-forecasting-prod-dplus...",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"IFP_TESTS_ROOT": "C:/.../ifp-frequency-cap-tests"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stdio = talk on your own computer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command + args = how to start the helper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env = paths and settings — never put passwords here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Save → restart Cursor (or reload MCP in Settings)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Build Your Own MCP (For Coders)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Write a small helper program (Python is common)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Give each job a name and what it does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Inside each job, call your API or database safely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Test it on your computer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Add it to mcp.json (secrets stay in env vars, not in git)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6. Tell teammates plain sentences to trigger each job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Keep keys secret. Only allow what the job really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77639"/>
            <a:ext cx="8046720" cy="1426464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069079"/>
            <a:ext cx="77724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# Conceptual tool definition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@mcp.tool()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def run_forecast(publisher: str, cap: str) -&gt; str: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"""Call IFP API; return capacity / available / ratio."""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Snowflake MCP (Another Plug-In)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Lives in the cloud — not on your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Snowflake hosts the helper. Cursor calls it over the internet.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It might let you: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Run SQL questions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Search data with Cortex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Use special team tools your admin turned on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get a secret token (PAT) — like a password. Never paste it in chat.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Store it in Windows environment variables only.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Snowflake Setup (Simple Steps)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Create PAT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Snowsight → Settings → Programmatic Access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9105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8308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Get MCP URL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account / database / schema / mcp-servers /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5973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5176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Set env vars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SNOWFLAKE_MCP_SERVER_URL, SNOWFLAKE_PAT_TOKEN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28415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20439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520439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Register in mcp.json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url + Authorization: Bearer ${...}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9709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38912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Restart 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Settings → MCP → green status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Snowflake in mcp.json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URL and token come from env vars — not typed in the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318211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772400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"Snowflake":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"url": "${SNOWFLAKE_MCP_SERVER_URL}",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"headers":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"Authorization": "Bearer ${SNOWFLAKE_PAT_TOKEN}"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Set SNOWFLAKE_MCP_SERVER_URL and SNOWFLAKE_PAT_TOKEN on your PC.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Restart Cursor.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Then chat: "Show tables in …" (if your team allows).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Forecast MCP vs Snowflake MCP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Forecast (IFP)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Snowflake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Where it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Your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Snowflake cloud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How Cursor talks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Local pipe (stdio)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Internet + secret token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Good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 forecast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SQL and warehouse data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VPN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Hulu VPN 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Your company rules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Turn On MCP in Settings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Gear → search MCP — or edit mcp.json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Ctrl+, (or gear) → search MCP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Find ifp-forecast — green = ready, red = open logs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Fix paths in C:\Users\&lt;you&gt;\.cursor\mcp.json if needed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Ctrl+Shift+P → Developer: Reload Window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VPN on before live IFP forecast in chat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Green = ready. Red = wrong path, missing pip install mcp, or Python (use py).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When agent calls an MCP tool, read the approval card → Run or Skip.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Not Working?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Try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Not in Settings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mcp.json exists → restart Cursor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 error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py works and paths are right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Network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Turn on Hulu VPN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Asked to log 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Allow, try again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Wrong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Say date, city, cap more clearly in chat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Oops — Fix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Try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"Python was not found"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Tell Cursor: use py instead of python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Network error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Turn on Hulu VPN for forecast work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Email 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Wait for today's data email in Outlook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Wrong file changed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Reject — be more specific next time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Don't know what to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 the cheat sheet slide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City name vs number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Ask: "DMA code for [city]?"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Sentences You Can Copy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32918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PRACTICE LAB (ifp-frequency-cap-tests):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@reference/cap-ratio-expectations.json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DMA code for Baton Rouge using @reference/dma-codes.json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@config/base-request.json (Ask only)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Create practice-notes.md summarizing Steps 1–3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 (VPN)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— OTHER TEAM JOBS —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Why did the last command fail?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Keyboard Shortcuts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Press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 highlighted text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command box at 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Ctrl+`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Command menu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Ctrl+Shift+P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Send message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Ctrl+Enter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 ghost suggestion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Stay safe: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No passwords in chat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Don't share forecast data outside the team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Read changes before Accept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Your First 5 Minutes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Safe practice — nothing gets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Cursor → ifp-frequency-cap-tests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Ask → IFP Practice Steps 1–3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Agent → Step 4 → Accept practice-notes.md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Screenshot each step (see What to Screenshot slide)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VPN on? Try Step 5 forecast.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Daily report access? Run @dailypublisherscript.py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You got this!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Open folder → Ctrl+I → Agent → say what you need</a:t>
            </a:r>
          </a:p>
          <a:p>
            <a:pPr>
              <a:defRPr sz="1800">
                <a:solidFill>
                  <a:srgbClr val="94A3B8"/>
                </a:solidFill>
              </a:defRPr>
            </a:pP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Cursor helps. You decide yes or 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